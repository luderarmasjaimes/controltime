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2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325880"/>
            <a:ext cx="10972800" cy="41148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AURIXA | Visión de Integración de Sistemas Mineros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B8860B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240"/>
                </a:solidFill>
                <a:latin typeface="Aptos Display"/>
              </a:defRPr>
            </a:pPr>
            <a:r>
              <a:t>AURIXA &amp; ERP: Ecosistema Minero Inteligente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A5568"/>
                </a:solidFill>
                <a:latin typeface="Aptos"/>
              </a:defRPr>
            </a:pPr>
            <a:r>
              <a:t>Integración de Telemetría IoT, Operaciones de Campo (Getac ZX10) e Inteligencia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14600"/>
            <a:ext cx="9875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Ecosistema unificado que conecta las operaciones de campo con la gestión estratégica corporativa.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Ingesta masiva de datos en tiempo real con procesamiento analítico de alto rendimiento.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Toma de decisiones basada en diagnósticos automáticos por IA e historial de mantenimiento.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Gobernanza centralizada de datos y facturación inmediata mediante sincronización con el ERP.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166360"/>
            <a:ext cx="9509760" cy="640080"/>
          </a:xfrm>
          <a:prstGeom prst="round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5358384"/>
            <a:ext cx="9052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Estrategia Tecnológica: Unificar la captura de datos en el borde con la gestión y facturación en el ERP corporativo.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Diagnóstico del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La Realidad y el Desafío Operativo en Mina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Diagnósticos Lentos: Técnicos en campo sin acceso a manuales ni historial de fallas, elevando el MTTR.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Brecha de Datos: Formularios manuales en papel causan retrasos y errores al registrar datos en el ERP.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Dependencia de Expertos: Cada anomalía requiere trasladar ingenieros especialistas a zonas de difícil acceso.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Silos de Información: Desconexión entre sistemas de telemetría, mantenimiento y facturación de la empresa.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falta de trazabilidad en campo ralentiza el ciclo de facturación y compromete la vida útil de los activos críticos.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Modelo Objetivo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Arquitectura de Integración de Tres Pilares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ERP Corporativo (Oficina/Negocio):</a:t>
            </a:r>
            <a:br/>
            <a:r>
              <a:t>Planificación, contratos, certificados de calibración y facturación final.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Plataforma AURIXA (Servidor/Nube):</a:t>
            </a:r>
            <a:br/>
            <a:r>
              <a:t>Ingesta de 10k sensores/seg (TimescaleDB Hypertables), motor de fórmulas e IA central.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App Móvil de Campo (Edge/Borde):</a:t>
            </a:r>
            <a:br/>
            <a:r>
              <a:t>Ejecución 100% offline en Getac ZX10, guiado paso a paso, YOLO y OCR local.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691640"/>
            <a:ext cx="3840480" cy="36576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atfor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Integración de Procesos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Ciclo de Vida: De la Ingesta al Cierre Financiero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01. Oficina/ERP: Se crea el proyecto en el ERP, se definen los piezómetros asignados y sus certificados de calibración.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02. Sincronización Móvil: El técnico descarga en la App los proyectos, dispositivos y datos técnicos necesarios.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03. Campo (Offline): Formularios estructurados por etapas (operatividad, saturación, coordenadas, cota).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04. Carga y Facturación: Generación de PDF firmado, envío al ERP y disponibilidad de datos listos para valorización.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Un flujo integrado de punta a punta asegura trazabilidad forense 100% auditable y elimina trabajos manuales de oficina.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Inteligencia Artificial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El Técnico Aumentado: IA en el Getac ZX10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Reconocimiento YOLO:</a:t>
            </a:r>
            <a:br/>
            <a:r>
              <a:t>Identificación de modelos de sensores, estado físico y fallas visuales mediante la cámara.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OCR Automático:</a:t>
            </a:r>
            <a:br/>
            <a:r>
              <a:t>Escaneo de placas metálicas de sensores y certificados de calibración directamente en campo.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Voz a Texto (Whisper):</a:t>
            </a:r>
            <a:br/>
            <a:r>
              <a:t>Dictado de reportes técnicos manos libres bajo condiciones de ruido extremo.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Asistente IA Local:</a:t>
            </a:r>
            <a:br/>
            <a:r>
              <a:t>Preguntas y respuestas sobre manuales y procedimientos técnicos sin conexión a internet.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691640"/>
            <a:ext cx="3840480" cy="36576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blet_field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Operación Inteligente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Mantenimiento Inteligente: Correctivo y Predictivo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Mantenimiento Correctivo: Diagnóstico guiado por IA local y procedimientos de reparación en tiempo real.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Tutoría de Instalación: Pasos obligatorios de validación de lecturas (digits/Hz) antes del sellado del pozo.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Mantenimiento Predictivo: Detección temprana de anomalías analizando tendencias históricas en TimescaleDB.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Integración ERP: Envío automático de alertas predictivas que generan órdenes de trabajo preventivas en el ERP.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Pasar de mantenimiento reactivo a predictivo reduce el costo de reparaciones imprevistas en un 35% y protege la operación.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Cumplimiento y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Informes Técnicos y Auditoría Forense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Generación Automatizada: Informes PDF por dispositivo al terminar tareas, incluyendo lecturas y fotos de campo.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Firma Digital en Campo: Captura de la firma de conformidad del cliente en la tablet Getac.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Logs Inalterables: Registro de auditoría append-only para garantizar que las lecturas no sean manipuladas.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Respaldo ERP: Almacenamiento directo del PDF y lecturas en el expediente del activo del ERP.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La firma en campo y la trazabilidad inalterable aseguran aprobaciones rápidas de valorizaciones y auditorías exitosas.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Capacitación y Calidad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Tutoría del Proceso e Ingesta de Telemetría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Guiado de Saturation Check: Pasos específicos para asegurar la saturación correcta del piezómetro antes de instalar.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Monitoreo de Estabilización: Visualización en tiempo real de frecuencias y temperaturas para verificar estabilidad.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Validación de Coordenadas: Registro manual obligatorio de coordenadas de topografía antes del cierre de etapa.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Centro de Conocimiento: Acceso instantáneo a manuales interactivos de sensores (Geokon, etc.) en campo.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El sistema guía al técnico paso a paso, eliminando errores humanos de instalación y asegurando la calidad del dato inicial.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Impacto Financiero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KPIs y Retorno de la Inversión (ROI)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Reducción de MTTR: Disminución del 40% en tiempos de reparación gracias a diagnósticos asistidos por IA local.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Liberación de Tiempo: Reducción del 30% en horas-hombre administrativas al automatizar reportes en campo.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Integridad de Datos: Coherencia del 99.9% entre los reportes de campo y el sistema de base de datos del ERP.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Aceleración de Cobro: Ciclos de facturación acortados drásticamente al eliminar demoras de aprobación física.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600" y="1691640"/>
            <a:ext cx="3840480" cy="36576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ining_ro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737360"/>
            <a:ext cx="3749039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F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225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6263640"/>
            <a:ext cx="1554480" cy="10972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256032" cy="6858000"/>
          </a:xfrm>
          <a:prstGeom prst="rect">
            <a:avLst/>
          </a:prstGeom>
          <a:solidFill>
            <a:srgbClr val="DBD3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4937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ptos"/>
              </a:defRPr>
            </a:pPr>
            <a:r>
              <a:t>Hoja de Ruta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920" y="11887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>
                <a:solidFill>
                  <a:srgbClr val="FFFFFF"/>
                </a:solidFill>
                <a:latin typeface="Aptos Display"/>
              </a:defRPr>
            </a:pPr>
            <a:r>
              <a:t>AURIXA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6108192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  <a:latin typeface="Aptos"/>
              </a:defRPr>
            </a:pPr>
            <a:r>
              <a:t>Integración Operativa &amp; ERP |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12240"/>
                </a:solidFill>
                <a:latin typeface="Aptos Display"/>
              </a:defRPr>
            </a:pPr>
            <a:r>
              <a:t>Roadmap de Transformación e Integración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7040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Fase 1 (2026): Integración Core ERP - Plataforma AURIXA - App Móvil para instalación y calibración inicial.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Fase 2 (2027): Telemetría IoT en tiempo real integrada a TimescaleDB e IA de borde (YOLO/OCR/Whisper).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Fase 3 (2028): Módulo de Asistencia Avanzada y Tutorías con Realidad Aumentada sobre Getac ZX10.</a:t>
            </a:r>
          </a:p>
          <a:p>
            <a:pPr>
              <a:spcAft>
                <a:spcPts val="1000"/>
              </a:spcAft>
              <a:defRPr sz="1800">
                <a:solidFill>
                  <a:srgbClr val="1C252C"/>
                </a:solidFill>
                <a:latin typeface="Aptos"/>
              </a:defRPr>
            </a:pPr>
            <a:r>
              <a:t>Fase 4 (2029-30): Gemelos Digitales de activos críticos en mina y orquestación con agentes autónomos 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737360"/>
            <a:ext cx="2651760" cy="3566160"/>
          </a:xfrm>
          <a:prstGeom prst="roundRect">
            <a:avLst/>
          </a:prstGeom>
          <a:solidFill>
            <a:srgbClr val="11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965960"/>
            <a:ext cx="219456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Un roadmap de 5 años enfocado en mitigar riesgos de adopción y consolidar la ventaja tecnológica en LATAM.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