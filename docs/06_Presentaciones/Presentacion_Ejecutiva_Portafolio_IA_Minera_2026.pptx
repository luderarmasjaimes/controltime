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41148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AURIXA | Directorio y Gerencia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B8860B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 Display"/>
              </a:defRPr>
            </a:pPr>
            <a:r>
              <a:t>Portafolio IA Minero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  <a:latin typeface="Aptos"/>
              </a:defRPr>
            </a:pPr>
            <a:r>
              <a:t>Plataforma nueva en VPS + continuidad AWS + productividad compartida de ingenieria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No se recomienda una sola plataforma de IA; se recomienda un portafolio multivendor gobernado por TI.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prioridad es combinar copilotos, modelos API, document AI y ML propio sobre una misma capa de acceso.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estrategia propuesta protege costo, continuidad, seguridad y velocidad de ejecucion.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adopcion se plantea por trimestres para reducir riesgo y construir capacidad interna.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9509760" cy="640080"/>
          </a:xfrm>
          <a:prstGeom prst="round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358384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Decision recomendada: aprobar un programa IA compartido y gobernado, no una compra aislada de licencias.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Contexto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Problema de negocio que se resuelve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Construir una nueva plataforma minera sobre VPS sin perder continuidad con la plataforma actual en AWS.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Aumentar productividad de ingenieria sobre varios proyectos de automatizacion y software minero.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Habilitar document AI, RAG, biometria, telemetria y asistentes operativos con una sola estrategia de gobierno.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Preparar la base para evolucionar a modelos predictivos mineros con datos propios.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retorno esperado no viene solo de escribir mejor codigo, sino de crear una plataforma compartida de capacidades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Modelo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Arquitectura recomendada por capas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Copiloto corporativo base: GitHub Copilot para adopcion amplia y controlada.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Capa senior de ingenieria: Claude Code Team o Windsurf Teams para cambios complejos y agentes de desarrollo.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Modelos premium: Claude Sonnet 4.6 y GPT-5.4 para razonamiento, documentos y agentes empresariales.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Volumen y costo: Gemini 2.5 Flash; portabilidad: Mistral Medium 3.1 y Codestral; continuidad AWS: Amazon Bedrock.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combinacion correcta no es un proveedor unico; es un portafolio con routing segun costo, riesgo y caso de uso.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Comite de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Lectura de scoring por audiencia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Directorio prioriza gobierno enterprise, control de costo y escalamiento seguro.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Gerencia TI prioriza productividad de desarrollo, integracion con el stack y portabilidad hybrid.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Operaciones mineras prioriza document AI, asistentes y compatibilidad con flujos reales de uso.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matriz Excel ya incorpora estos tres perfiles de pesos para ordenar el shortlist segun cada audiencia.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misma tecnologia no se evalua igual para directorio, TI y operaciones; por eso se definieron pesos distintos.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Costo y Gobierno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Presupuesto orientativo y escenarios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Licencias base y premium: desde una capa de entrada controlada hasta un modelo senior de alta exigencia.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API mensual: de PoC y arranque hacia operacion estable con RAG, document AI y asistentes internos.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Escenario conservador anual: USD 44,130.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Escenario medio anual: alrededor de USD 83,000. Escenario expandido: USD 103,050.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costo debe tratarse como programa escalable con FinOps IA, no como gasto fijo sin gobierno.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Opciones de Aprobacion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Comparativa de decision: conservadora vs agresiva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Ruta conservadora: GitHub Copilot + Azure OpenAI/Gemini 2.5 Flash + Amazon Bedrock, con foco en control, gobierno y TCO.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Ruta agresiva: Claude Sonnet 4.6 + GPT-5.4 + Windsurf Teams/Mistral, con foco en velocidad, amplitud funcional y ventaja tecnica.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ruta conservadora reduce riesgo presupuestal y simplifica el arranque corporativo.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ruta agresiva acelera construccion, experimentacion y sofisticacion de agentes, pero exige mas disciplina de costo.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Recomendacion: aprobar base conservadora corporativa y habilitar una celula agresiva controlada para arquitectura e ingenieria senior.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Shortlist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Top 5 finalistas para comite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Gemini 2.5 Flash: mejor equilibrio entre costo, multimodalidad y volumen operativo.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Azure OpenAI: fuerte opcion enterprise para gobierno, seguridad y residencia operacional.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Gemini 2.5 Pro: mejor perfil para analisis documental y razonamiento largo.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Mistral Medium 3.1: mejor lectura para portabilidad hybrid y control de TCO.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Claude Sonnet 4.6: mejor perfil premium para codigo, documentos y calidad tecnica.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shortlist de comite concentra plataformas defendibles para aprobacion inicial, sin dispersar la decision en demasiados proveedores.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Implementacion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Roadmap trimestral de ejecucion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T1: copilotos, gateway IA, seguridad y RAG inicial.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T2: document AI, asistentes operativos, observabilidad e integracion AWS/VPS.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T3: plataforma ML, prediccion de eventos, vision y MLOps.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T4: escalamiento corporativo, gobierno final, optimizacion de TCO y continuidad reforzada.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ruta correcta es productividad primero, industrializacion despues y modelos propios al consolidar datos y gobierno.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Gobierno de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Riesgos y mitigaciones para directorio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Riesgo de dispersion de proveedores. Mitigacion: gateway unico, politicas de aprobacion y FinOps IA centralizado.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Riesgo de sobrecosto por consumo API. Mitigacion: cuotas, routing por costo, cache y seguimiento quincenal.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Riesgo de fuga de datos o uso no gobernado. Mitigacion: SSO, auditoria, entornos controlados y politicas por caso de uso.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Riesgo de baja adopcion o baja calidad operativa. Mitigacion: pilotos acotados, playbooks y medicion trimestral de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riesgo principal no es usar IA, sino hacerlo sin gobierno, sin control de costo y sin disciplina de adopcion.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Cierre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IA Minera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Decision solicitada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Aprobar el portafolio IA multivendor como estandar de trabajo para la plataforma minera 2026.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Autorizar presupuesto inicial y gobierno trimestral por escenarios conservador, medio y expandido.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Nombrar a Gerencia TI como dueña del gateway IA, seguridad, observabilidad y control de proveedores.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Iniciar con pilotos controlados y comite quincenal de avance, costo y riesgo.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225E4E"/>
                </a:solidFill>
                <a:latin typeface="Aptos"/>
              </a:defRPr>
            </a:pPr>
            <a:r>
              <a:t>Recomendacion: aprobar el programa IA por fases y evaluar resultados por trimestre con metrica de costo, productividad y adopcion.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ventaja competitiva no vendra de un modelo aislado, sino de una capacidad corporativa de IA bien gobernada.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