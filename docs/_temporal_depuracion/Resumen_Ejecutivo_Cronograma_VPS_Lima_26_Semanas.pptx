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41148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AURIXA | Programa Ejecutivo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B8860B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 Display"/>
              </a:defRPr>
            </a:pPr>
            <a:r>
              <a:t>Cronograma Maestro de Implementacion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  <a:latin typeface="Aptos"/>
              </a:defRPr>
            </a:pPr>
            <a:r>
              <a:t>Plataforma Minera sobre VPS Linux en Lima | 26 semanas | 2 etapas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Nueva plataforma sobre VPS Linux en Lima, Peru.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Consumo controlado de datos desde la plataforma actual en AWS.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Ejecucion en 26 semanas con lectura ejecutiva 4+2 meses.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Plan construido para maximizar control, continuidad y ocupacion efectiva del equipo.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9509760" cy="640080"/>
          </a:xfrm>
          <a:prstGeom prst="round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358384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Decisiones ya cerradas: VPS Linux en Lima, 26 semanas, 2 etapas y dependencia controlada con la base externa actual.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Direccion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Vision Ejecutiva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Implementar una nueva plataforma minera de reportes, monitoreo y control documental.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Evitar una nueva dependencia de arquitectura cloud publica para esta solucion.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Mantener continuidad del negocio integrando datos de la plataforma actual en produccion.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Entregar a gerencia una solucion comprensible, auditable y operable desde Lima.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arquitectura propuesta reduce complejidad, mejora control operativo y mantiene continuidad del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Secuencia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Estructura del Cronograma 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Etapa 1: Semanas 1 a 16. Implementacion funcional core.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Etapa 2: Semanas 17 a 26. Hardening, estabilizacion y go-live.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La referencia ejecutiva de 4 meses + 2 meses se mantiene sin perder rigor calendario.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Cada etapa cierra con entregables, riesgos, responsables y criterios de validacion.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narrativa ejecutiva 4+2 se conserva, pero el control real del programa se ejecuta sobre 26 semanas calendario.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Etapa 1 | Semanas 1-16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Alcance Ejecutivo de la Etapa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Arquitectura, seguridad, conectividad e integracion con la fuente externa.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Motor central de negocio y editor tipo Word para informes mineros.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Tablero gerencial, monitoreo de sensores y visualizacion GIS.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Exportacion documental, trazabilidad y QA funcional de cierre.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Etapa 1 entrega el nucleo funcional y deja habilitada la base para pasar a hardening sin reabrir arquitectura.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Etapa 2 | Semanas 17-26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Alcance Ejecutivo de la Etapa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Hardening de infraestructura, accesos y continuidad operativa.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Estabilizacion del consumo de datos desde la plataforma externa actual.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Pruebas de rendimiento, seguridad, UAT y recuperacion ante incidentes.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Marcha blanca, go-live y transferencia formal al cliente.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Etapa 2 concentra cierre de riesgo, adopcion, continuidad y salida controlada a produccion.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Uso de Recursos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Estrategia de Ocupacion del 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Arquitectura y sistemas con alta participacion desde el inicio.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Backend sostenido sobre el camino critico desde el mes 2.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Frontend reforzado para adopcion y calidad visual desde el mes 2.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QA e infraestructura intensificados hacia los cierres de etapa y salida a produccion.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ocupacion ya no es lineal: fue recalibrada para proteger camino critico, adopcion y go-live.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Gobierno de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Riesgos de Direccion Mas Relevantes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Dependencia de la base externa actual en AWS.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Capacidad insuficiente de VPS Linux ante picos de carga.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Retraso en hallazgos de seguridad y continuidad.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Baja adopcion operativa en marcha blanca.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riesgo dominante no es la infraestructura objetivo, sino la gestion disciplinada de dependencias y cierre de hallazgos.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Cierre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108192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Programa VPS Lima | Mineria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Hitos Ejecutivos y Recomendacion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Semana 4: arquitectura y gobierno aprobados.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Semana 16: etapa 1 cerrada con integracion y QA funcional.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Semana 20: hardening y estabilizacion principal completados.</a:t>
            </a:r>
          </a:p>
          <a:p>
            <a:pPr>
              <a:spcAft>
                <a:spcPts val="1000"/>
              </a:spcAft>
              <a:defRPr sz="2000">
                <a:solidFill>
                  <a:srgbClr val="1C252C"/>
                </a:solidFill>
                <a:latin typeface="Aptos"/>
              </a:defRPr>
            </a:pPr>
            <a:r>
              <a:t>Semana 26: go-live aprobado y transferencia formal al cliente.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25E4E"/>
                </a:solidFill>
                <a:latin typeface="Aptos"/>
              </a:defRPr>
            </a:pPr>
            <a:r>
              <a:t>Recomendacion: aprobar el cronograma de 26 semanas y mantener gobernanza quincenal de riesgos y dependencias.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programa ya esta estructurado para aprobacion ejecutiva, seguimiento quincenal y salida a produccion controlada.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