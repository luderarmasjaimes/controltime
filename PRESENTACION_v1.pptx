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EMETRY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2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4191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66700" y="857250"/>
            <a:ext cx="8610600" cy="36195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Resumen ejecutivo y KPIs operativos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Matriz de riesgos geotécnicos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Dashboards de sensores en tiempo real (8 zonas)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Reporte sismográfico del periodo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Evidencia fotográfica y video de campo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Conclusiones y próximos pasos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3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4191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Texto Enriquecido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66700" y="1047750"/>
            <a:ext cx="86106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texto combina </a:t>
            </a:r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</a:t>
            </a:r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estilos en un </a:t>
            </a:r>
            <a:pPr algn="l" indent="0" marL="0">
              <a:buNone/>
            </a:pPr>
            <a:r>
              <a:rPr lang="en-US" sz="150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cuadro</a:t>
            </a:r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buNone/>
            </a:pPr>
            <a:r>
              <a:rPr lang="en-US" sz="1500" u="sng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negrita, cursiva, subrayado, color y </a:t>
            </a:r>
            <a:pPr algn="l" indent="0" marL="0">
              <a:buNone/>
            </a:pPr>
            <a:r>
              <a:rPr lang="en-US" sz="1500" b="1" u="sng" dirty="0">
                <a:solidFill>
                  <a:srgbClr val="B91C1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resaltado</a:t>
            </a:r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verificando el overlay nativo editable de PPTX.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4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4191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Operativos Clave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5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4191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6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Acelerógrafos — Zona Nor-Este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7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Piezómetros — Presión de Poros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8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Inclinómetros — Talud/Botadero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9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GB-SAR — Velocidad de Desplazamiento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0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 Meteorológicas — Temperatura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1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Sismógrafos — Registro del Periodo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2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de Flota — Vista Consolidada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3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3429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Sismográfico y Evidencia Fotográfica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4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8610600" cy="4191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266700" y="952500"/>
            <a:ext cx="8610600" cy="3429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Disponibilidad del sistema dentro de meta (97.8%), 3 alertas activas en seguimiento.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 dashboards de sensores en tiempo real verificados sin gráficos en blanco.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Matriz de riesgos priorizada — talud Nor-Este requiere seguimiento reforzado.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Próxima revisión del comité técnico: primera semana de septiembre 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positiva 15 de 15: Presentación Ejecutiva — Monitoreo Geotécnico Alpayana (QA Export PPTX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05000"/>
            <a:ext cx="9144000" cy="76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0" y="2762250"/>
            <a:ext cx="9144000" cy="381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· Centro Minero Alpayana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50892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Alpayana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Ejecutiva — Monitoreo Geotécnico Alpayana (QA Export PPTX)</dc:title>
  <dc:subject>Informe técnico minero — exportado desde Beemetry</dc:subject>
  <dc:creator>l a</dc:creator>
  <cp:lastModifiedBy>l a</cp:lastModifiedBy>
  <cp:revision>1</cp:revision>
  <dcterms:created xsi:type="dcterms:W3CDTF">2026-08-31T03:27:11Z</dcterms:created>
  <dcterms:modified xsi:type="dcterms:W3CDTF">2026-08-31T03:27:11Z</dcterms:modified>
</cp:coreProperties>
</file>